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59" r:id="rId6"/>
    <p:sldId id="268"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gnesh Chanda" userId="aa19014dbbb21f55" providerId="LiveId" clId="{D38BA503-FEE0-4692-92DE-B595A81F37C4}"/>
    <pc:docChg chg="addSld modSld sldOrd">
      <pc:chgData name="Jignesh Chanda" userId="aa19014dbbb21f55" providerId="LiveId" clId="{D38BA503-FEE0-4692-92DE-B595A81F37C4}" dt="2026-08-03T03:06:21.533" v="32" actId="1076"/>
      <pc:docMkLst>
        <pc:docMk/>
      </pc:docMkLst>
      <pc:sldChg chg="ord">
        <pc:chgData name="Jignesh Chanda" userId="aa19014dbbb21f55" providerId="LiveId" clId="{D38BA503-FEE0-4692-92DE-B595A81F37C4}" dt="2026-08-03T03:02:09.556" v="1"/>
        <pc:sldMkLst>
          <pc:docMk/>
          <pc:sldMk cId="2361861745" sldId="258"/>
        </pc:sldMkLst>
      </pc:sldChg>
      <pc:sldChg chg="addSp modSp new mod">
        <pc:chgData name="Jignesh Chanda" userId="aa19014dbbb21f55" providerId="LiveId" clId="{D38BA503-FEE0-4692-92DE-B595A81F37C4}" dt="2026-08-03T03:04:10.320" v="16" actId="1076"/>
        <pc:sldMkLst>
          <pc:docMk/>
          <pc:sldMk cId="2523216550" sldId="267"/>
        </pc:sldMkLst>
        <pc:spChg chg="add mod">
          <ac:chgData name="Jignesh Chanda" userId="aa19014dbbb21f55" providerId="LiveId" clId="{D38BA503-FEE0-4692-92DE-B595A81F37C4}" dt="2026-08-03T03:03:43.199" v="10" actId="14100"/>
          <ac:spMkLst>
            <pc:docMk/>
            <pc:sldMk cId="2523216550" sldId="267"/>
            <ac:spMk id="7" creationId="{1D507D84-D058-5135-DDF4-3DB688BB5527}"/>
          </ac:spMkLst>
        </pc:spChg>
        <pc:spChg chg="add mod">
          <ac:chgData name="Jignesh Chanda" userId="aa19014dbbb21f55" providerId="LiveId" clId="{D38BA503-FEE0-4692-92DE-B595A81F37C4}" dt="2026-08-03T03:04:10.320" v="16" actId="1076"/>
          <ac:spMkLst>
            <pc:docMk/>
            <pc:sldMk cId="2523216550" sldId="267"/>
            <ac:spMk id="9" creationId="{B88A91DA-8332-CCAD-DEBE-61CBFFC3190B}"/>
          </ac:spMkLst>
        </pc:spChg>
        <pc:picChg chg="add">
          <ac:chgData name="Jignesh Chanda" userId="aa19014dbbb21f55" providerId="LiveId" clId="{D38BA503-FEE0-4692-92DE-B595A81F37C4}" dt="2026-08-03T03:03:24.347" v="4" actId="22"/>
          <ac:picMkLst>
            <pc:docMk/>
            <pc:sldMk cId="2523216550" sldId="267"/>
            <ac:picMk id="3" creationId="{B3B875F5-BC47-5CB2-0CF4-609B0233A1C6}"/>
          </ac:picMkLst>
        </pc:picChg>
        <pc:picChg chg="add">
          <ac:chgData name="Jignesh Chanda" userId="aa19014dbbb21f55" providerId="LiveId" clId="{D38BA503-FEE0-4692-92DE-B595A81F37C4}" dt="2026-08-03T03:03:24.347" v="4" actId="22"/>
          <ac:picMkLst>
            <pc:docMk/>
            <pc:sldMk cId="2523216550" sldId="267"/>
            <ac:picMk id="5" creationId="{59B379B4-7410-B5C1-5244-51CB9D8C6BDF}"/>
          </ac:picMkLst>
        </pc:picChg>
      </pc:sldChg>
      <pc:sldChg chg="addSp modSp new mod ord">
        <pc:chgData name="Jignesh Chanda" userId="aa19014dbbb21f55" providerId="LiveId" clId="{D38BA503-FEE0-4692-92DE-B595A81F37C4}" dt="2026-08-03T03:06:21.533" v="32" actId="1076"/>
        <pc:sldMkLst>
          <pc:docMk/>
          <pc:sldMk cId="1272973824" sldId="268"/>
        </pc:sldMkLst>
        <pc:spChg chg="add mod">
          <ac:chgData name="Jignesh Chanda" userId="aa19014dbbb21f55" providerId="LiveId" clId="{D38BA503-FEE0-4692-92DE-B595A81F37C4}" dt="2026-08-03T03:05:27.172" v="26" actId="1076"/>
          <ac:spMkLst>
            <pc:docMk/>
            <pc:sldMk cId="1272973824" sldId="268"/>
            <ac:spMk id="3" creationId="{2AF32DC7-EC7D-9F3C-6D5E-5E267A8BA756}"/>
          </ac:spMkLst>
        </pc:spChg>
        <pc:spChg chg="add mod">
          <ac:chgData name="Jignesh Chanda" userId="aa19014dbbb21f55" providerId="LiveId" clId="{D38BA503-FEE0-4692-92DE-B595A81F37C4}" dt="2026-08-03T03:06:21.533" v="32" actId="1076"/>
          <ac:spMkLst>
            <pc:docMk/>
            <pc:sldMk cId="1272973824" sldId="268"/>
            <ac:spMk id="9" creationId="{78BCE6E6-2B6F-C1AA-929F-B8AAEE882F56}"/>
          </ac:spMkLst>
        </pc:spChg>
        <pc:picChg chg="add">
          <ac:chgData name="Jignesh Chanda" userId="aa19014dbbb21f55" providerId="LiveId" clId="{D38BA503-FEE0-4692-92DE-B595A81F37C4}" dt="2026-08-03T03:05:18.134" v="23" actId="22"/>
          <ac:picMkLst>
            <pc:docMk/>
            <pc:sldMk cId="1272973824" sldId="268"/>
            <ac:picMk id="5" creationId="{B410D41F-AEC6-1B19-DE26-0FFA8BAE7B8F}"/>
          </ac:picMkLst>
        </pc:picChg>
        <pc:picChg chg="add">
          <ac:chgData name="Jignesh Chanda" userId="aa19014dbbb21f55" providerId="LiveId" clId="{D38BA503-FEE0-4692-92DE-B595A81F37C4}" dt="2026-08-03T03:05:18.134" v="23" actId="22"/>
          <ac:picMkLst>
            <pc:docMk/>
            <pc:sldMk cId="1272973824" sldId="268"/>
            <ac:picMk id="7" creationId="{E35BCFEB-9D4D-B5F9-385B-2BBC3A38B5D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6E9C-22E9-2E11-0C6C-F6478A4F03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45B354-E95B-0A26-7399-532B238398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2DD88-C39E-6867-BCB2-456D7AA78ECD}"/>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E5DCCF13-68A5-8DB7-2A6F-F0B6DDF31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EA6CCF-0F51-34BD-91CE-B9F24913E2A3}"/>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108798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391F-DEF9-6203-9345-141E2A3B87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70A663-F6D8-0B9C-4758-E5884B66F9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12031D-4D06-F3BE-FE10-BBCEBEBEDBD1}"/>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1C44D963-5065-FAAB-4104-F03C925012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A5ACBC-0C19-9469-D20B-14E14BC5D258}"/>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422346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BC1D1-E648-1AEF-C954-26407772B9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24C7D2-2FB0-1B1E-3825-8A3B8E2C60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CA36AA-7D9D-E719-DB82-3C844C171DA0}"/>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5AD53788-95A7-2D38-1942-F3E69933B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9949BD-88D9-DE3D-1797-7351CAD0F5FC}"/>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09120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4C37-DFBA-26D4-5F02-B3C9B39F7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15F21B-609B-4A6B-3FFC-15AF1C04AE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ACC609-CB9F-68E6-E621-58EAB9179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46047D-3F6F-4ED7-23CE-E8AAB63E53AC}"/>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6" name="Footer Placeholder 5">
            <a:extLst>
              <a:ext uri="{FF2B5EF4-FFF2-40B4-BE49-F238E27FC236}">
                <a16:creationId xmlns:a16="http://schemas.microsoft.com/office/drawing/2014/main" id="{687BC73D-C0F6-2936-5809-37EE109A8E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F628EB-8B21-C222-4B3E-B2E7607342E6}"/>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2838871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4B96-FD4B-EC44-2C94-57B0CF04EE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0665E-3927-60F6-E362-1057F693C5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D43992-7EAA-8984-3650-93FF3EECC5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DC951C-8F04-3D44-CA4A-AA8A3D19FC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10B145-AC13-A10A-FBEF-3F21A451FA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3ACA18-AD09-F630-697C-00F1BF250DF3}"/>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8" name="Footer Placeholder 7">
            <a:extLst>
              <a:ext uri="{FF2B5EF4-FFF2-40B4-BE49-F238E27FC236}">
                <a16:creationId xmlns:a16="http://schemas.microsoft.com/office/drawing/2014/main" id="{B6A3863F-0BB3-8B3F-000B-808EB12F5D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E266DC-717A-8408-8A77-6295EEFA4D14}"/>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429311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E45E-822B-C002-53F1-1A46F45B9F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5BE03F-BC4A-B8F1-3DD5-1FEF63217632}"/>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4" name="Footer Placeholder 3">
            <a:extLst>
              <a:ext uri="{FF2B5EF4-FFF2-40B4-BE49-F238E27FC236}">
                <a16:creationId xmlns:a16="http://schemas.microsoft.com/office/drawing/2014/main" id="{81FCA0A6-3DCA-C6B5-C605-1DEC647960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96BC51-7F76-6A92-8ACC-DB4E83CC069A}"/>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604833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AFE8CC-13DF-DAAC-339A-0A2C2CD4A8B5}"/>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3" name="Footer Placeholder 2">
            <a:extLst>
              <a:ext uri="{FF2B5EF4-FFF2-40B4-BE49-F238E27FC236}">
                <a16:creationId xmlns:a16="http://schemas.microsoft.com/office/drawing/2014/main" id="{B98BD177-F1A0-FE84-A69E-89C388FC32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0531AA-8239-4DAA-3C0F-0026CB506CB0}"/>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2110291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B17EA-A576-5BDC-A69B-0F0BFC7D6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6D527D-D7B2-3E5F-491C-B87799804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901277-36F8-5468-D867-C29809ED6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E28AD-7528-9E47-7E47-838CB8AB702B}"/>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6" name="Footer Placeholder 5">
            <a:extLst>
              <a:ext uri="{FF2B5EF4-FFF2-40B4-BE49-F238E27FC236}">
                <a16:creationId xmlns:a16="http://schemas.microsoft.com/office/drawing/2014/main" id="{BCB01E08-EA68-5175-1A68-2952A8CC44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F21FAB-2935-2D5F-11A0-BB38592A31E6}"/>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1193867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803A6-3591-D485-42F7-51B0825C06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E7AE26-14CC-54C0-F5FA-A2E37CB595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F1A482-4685-CC41-17A8-D4A7C822B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D58DD0-FC74-C588-01C0-9D7145ADAAA1}"/>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6" name="Footer Placeholder 5">
            <a:extLst>
              <a:ext uri="{FF2B5EF4-FFF2-40B4-BE49-F238E27FC236}">
                <a16:creationId xmlns:a16="http://schemas.microsoft.com/office/drawing/2014/main" id="{C96205D9-84CF-DA86-AD3C-9E00A95069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3E7E7-CE7C-4AE1-9956-A9E35AA097B7}"/>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4465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A0186-1596-CCB9-FF3B-F81FB3F724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80A21A-0474-097D-E38D-576AC2681A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01E019-6299-DA5A-8F52-DC34E3F4DDE0}"/>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825B12C7-A86E-6F63-A106-4BEA4E1A8D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60713-B9F9-9E9C-CBC0-0F2B252E76E7}"/>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360154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8E924-E144-EE65-7CA7-2D907D7B74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076328-ECE1-0743-8479-873145B886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1D5DD4-65C3-DA93-EE45-6EEC7E67D4C3}"/>
              </a:ext>
            </a:extLst>
          </p:cNvPr>
          <p:cNvSpPr>
            <a:spLocks noGrp="1"/>
          </p:cNvSpPr>
          <p:nvPr>
            <p:ph type="dt" sz="half" idx="10"/>
          </p:nvPr>
        </p:nvSpPr>
        <p:spPr/>
        <p:txBody>
          <a:body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C16C1757-76FC-BA52-8F3A-17A27405DB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A6E4DC-7A7E-3A46-0C54-AFD415667319}"/>
              </a:ext>
            </a:extLst>
          </p:cNvPr>
          <p:cNvSpPr>
            <a:spLocks noGrp="1"/>
          </p:cNvSpPr>
          <p:nvPr>
            <p:ph type="sldNum" sz="quarter" idx="12"/>
          </p:nvPr>
        </p:nvSpPr>
        <p:spPr/>
        <p:txBody>
          <a:bodyPr/>
          <a:lstStyle/>
          <a:p>
            <a:fld id="{79F4725C-1033-4057-9953-E22F48E32B76}" type="slidenum">
              <a:rPr lang="en-IN" smtClean="0"/>
              <a:t>‹#›</a:t>
            </a:fld>
            <a:endParaRPr lang="en-IN"/>
          </a:p>
        </p:txBody>
      </p:sp>
    </p:spTree>
    <p:extLst>
      <p:ext uri="{BB962C8B-B14F-4D97-AF65-F5344CB8AC3E}">
        <p14:creationId xmlns:p14="http://schemas.microsoft.com/office/powerpoint/2010/main" val="1363053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834A4-323F-EC0B-AA15-2E16C4637B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038A72-E798-EEDB-DCBF-462737B150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A7970-E0CF-675D-0E2A-1B4EECDB8F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45C21C-C374-4117-AAAF-6308EF28D6B2}" type="datetimeFigureOut">
              <a:rPr lang="en-IN" smtClean="0"/>
              <a:t>03-08-2026</a:t>
            </a:fld>
            <a:endParaRPr lang="en-IN"/>
          </a:p>
        </p:txBody>
      </p:sp>
      <p:sp>
        <p:nvSpPr>
          <p:cNvPr id="5" name="Footer Placeholder 4">
            <a:extLst>
              <a:ext uri="{FF2B5EF4-FFF2-40B4-BE49-F238E27FC236}">
                <a16:creationId xmlns:a16="http://schemas.microsoft.com/office/drawing/2014/main" id="{2BF8B659-E8C9-F9D6-07F4-D54E446F3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9F75D7B-8078-008B-CE5B-C237CFBB0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F4725C-1033-4057-9953-E22F48E32B76}" type="slidenum">
              <a:rPr lang="en-IN" smtClean="0"/>
              <a:t>‹#›</a:t>
            </a:fld>
            <a:endParaRPr lang="en-IN"/>
          </a:p>
        </p:txBody>
      </p:sp>
    </p:spTree>
    <p:extLst>
      <p:ext uri="{BB962C8B-B14F-4D97-AF65-F5344CB8AC3E}">
        <p14:creationId xmlns:p14="http://schemas.microsoft.com/office/powerpoint/2010/main" val="3345758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3.png" descr="C:\Users\ADMIN\AppData\Local\Microsoft\Windows\INetCache\Content.MSO\C29DB0A6.tmp">
            <a:extLst>
              <a:ext uri="{FF2B5EF4-FFF2-40B4-BE49-F238E27FC236}">
                <a16:creationId xmlns:a16="http://schemas.microsoft.com/office/drawing/2014/main" id="{372A5E6A-57E4-7711-CF51-286AC0F9A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632" y="339621"/>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6E59595-FC01-E452-6A8C-AF8C7C37B94D}"/>
              </a:ext>
            </a:extLst>
          </p:cNvPr>
          <p:cNvSpPr txBox="1"/>
          <p:nvPr/>
        </p:nvSpPr>
        <p:spPr>
          <a:xfrm>
            <a:off x="2462418" y="1799008"/>
            <a:ext cx="8073059" cy="523220"/>
          </a:xfrm>
          <a:prstGeom prst="rect">
            <a:avLst/>
          </a:prstGeom>
          <a:noFill/>
        </p:spPr>
        <p:txBody>
          <a:bodyPr wrap="square">
            <a:spAutoFit/>
          </a:bodyPr>
          <a:lstStyle/>
          <a:p>
            <a:pPr algn="ctr"/>
            <a:r>
              <a:rPr lang="en-IN" sz="2800" b="1" dirty="0">
                <a:solidFill>
                  <a:srgbClr val="1A3C6E"/>
                </a:solidFill>
                <a:latin typeface="Times New Roman"/>
              </a:rPr>
              <a:t>CAPSTONE PROJECT PRESENTATION</a:t>
            </a:r>
          </a:p>
        </p:txBody>
      </p:sp>
      <p:sp>
        <p:nvSpPr>
          <p:cNvPr id="8" name="TextBox 7">
            <a:extLst>
              <a:ext uri="{FF2B5EF4-FFF2-40B4-BE49-F238E27FC236}">
                <a16:creationId xmlns:a16="http://schemas.microsoft.com/office/drawing/2014/main" id="{B860968F-15ED-5D6F-7F57-53991EDD7600}"/>
              </a:ext>
            </a:extLst>
          </p:cNvPr>
          <p:cNvSpPr txBox="1"/>
          <p:nvPr/>
        </p:nvSpPr>
        <p:spPr>
          <a:xfrm>
            <a:off x="4236941" y="2591880"/>
            <a:ext cx="4225837"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CSA4308-Internet Programming</a:t>
            </a:r>
          </a:p>
        </p:txBody>
      </p:sp>
      <p:sp>
        <p:nvSpPr>
          <p:cNvPr id="12" name="TextBox 11">
            <a:extLst>
              <a:ext uri="{FF2B5EF4-FFF2-40B4-BE49-F238E27FC236}">
                <a16:creationId xmlns:a16="http://schemas.microsoft.com/office/drawing/2014/main" id="{8825C28B-63E2-C9E4-CEDC-B30B16EFCF0F}"/>
              </a:ext>
            </a:extLst>
          </p:cNvPr>
          <p:cNvSpPr txBox="1"/>
          <p:nvPr/>
        </p:nvSpPr>
        <p:spPr>
          <a:xfrm>
            <a:off x="3301031" y="3342791"/>
            <a:ext cx="6097656" cy="461665"/>
          </a:xfrm>
          <a:prstGeom prst="rect">
            <a:avLst/>
          </a:prstGeom>
          <a:noFill/>
        </p:spPr>
        <p:txBody>
          <a:bodyPr wrap="square">
            <a:spAutoFit/>
          </a:bodyPr>
          <a:lstStyle/>
          <a:p>
            <a:pPr algn="ctr" rtl="0" fontAlgn="ctr">
              <a:buNone/>
            </a:pPr>
            <a:r>
              <a:rPr lang="en-IN" sz="2400" b="1" dirty="0">
                <a:solidFill>
                  <a:srgbClr val="FF0000"/>
                </a:solidFill>
                <a:effectLst/>
                <a:latin typeface="Times New Roman" panose="02020603050405020304" pitchFamily="18" charset="0"/>
                <a:cs typeface="Times New Roman" panose="02020603050405020304" pitchFamily="18" charset="0"/>
              </a:rPr>
              <a:t>E-Commerce Shopping Website</a:t>
            </a:r>
          </a:p>
        </p:txBody>
      </p:sp>
      <p:sp>
        <p:nvSpPr>
          <p:cNvPr id="14" name="TextBox 13">
            <a:extLst>
              <a:ext uri="{FF2B5EF4-FFF2-40B4-BE49-F238E27FC236}">
                <a16:creationId xmlns:a16="http://schemas.microsoft.com/office/drawing/2014/main" id="{0C308F65-9DAE-9344-2F72-9A91B541D9BB}"/>
              </a:ext>
            </a:extLst>
          </p:cNvPr>
          <p:cNvSpPr txBox="1"/>
          <p:nvPr/>
        </p:nvSpPr>
        <p:spPr>
          <a:xfrm>
            <a:off x="7968698" y="4535773"/>
            <a:ext cx="6097656" cy="1754326"/>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Presented By:</a:t>
            </a:r>
          </a:p>
          <a:p>
            <a:r>
              <a:rPr lang="en-IN" sz="1800" dirty="0">
                <a:latin typeface="Times New Roman" panose="02020603050405020304" pitchFamily="18" charset="0"/>
                <a:cs typeface="Times New Roman" panose="02020603050405020304" pitchFamily="18" charset="0"/>
              </a:rPr>
              <a:t>B Manish_192411149</a:t>
            </a:r>
          </a:p>
          <a:p>
            <a:r>
              <a:rPr lang="en-IN" sz="1800" dirty="0">
                <a:latin typeface="Times New Roman" panose="02020603050405020304" pitchFamily="18" charset="0"/>
                <a:cs typeface="Times New Roman" panose="02020603050405020304" pitchFamily="18" charset="0"/>
              </a:rPr>
              <a:t>Ch Jignesh_192411154</a:t>
            </a:r>
          </a:p>
          <a:p>
            <a:r>
              <a:rPr lang="en-IN" dirty="0">
                <a:latin typeface="Times New Roman" panose="02020603050405020304" pitchFamily="18" charset="0"/>
                <a:cs typeface="Times New Roman" panose="02020603050405020304" pitchFamily="18" charset="0"/>
              </a:rPr>
              <a:t>K Eswar_192411176</a:t>
            </a:r>
          </a:p>
          <a:p>
            <a:r>
              <a:rPr lang="en-IN" dirty="0">
                <a:latin typeface="Times New Roman" panose="02020603050405020304" pitchFamily="18" charset="0"/>
                <a:cs typeface="Times New Roman" panose="02020603050405020304" pitchFamily="18" charset="0"/>
              </a:rPr>
              <a:t>P Furkhan_192311341</a:t>
            </a:r>
          </a:p>
          <a:p>
            <a:r>
              <a:rPr lang="en-IN" dirty="0">
                <a:latin typeface="Times New Roman" panose="02020603050405020304" pitchFamily="18" charset="0"/>
                <a:cs typeface="Times New Roman" panose="02020603050405020304" pitchFamily="18" charset="0"/>
              </a:rPr>
              <a:t>V Aswini Pavan Kumar_192372151</a:t>
            </a:r>
          </a:p>
        </p:txBody>
      </p:sp>
      <p:sp>
        <p:nvSpPr>
          <p:cNvPr id="16" name="TextBox 15">
            <a:extLst>
              <a:ext uri="{FF2B5EF4-FFF2-40B4-BE49-F238E27FC236}">
                <a16:creationId xmlns:a16="http://schemas.microsoft.com/office/drawing/2014/main" id="{0B342A23-9004-2C97-4AC0-45719968C3CB}"/>
              </a:ext>
            </a:extLst>
          </p:cNvPr>
          <p:cNvSpPr txBox="1"/>
          <p:nvPr/>
        </p:nvSpPr>
        <p:spPr>
          <a:xfrm>
            <a:off x="3416440" y="4535773"/>
            <a:ext cx="1858945" cy="646331"/>
          </a:xfrm>
          <a:prstGeom prst="rect">
            <a:avLst/>
          </a:prstGeom>
          <a:noFill/>
        </p:spPr>
        <p:txBody>
          <a:bodyPr wrap="square">
            <a:spAutoFit/>
          </a:bodyPr>
          <a:lstStyle/>
          <a:p>
            <a:r>
              <a:rPr lang="en-IN" sz="1800" b="1" dirty="0">
                <a:solidFill>
                  <a:srgbClr val="002060"/>
                </a:solidFill>
                <a:latin typeface="Times New Roman"/>
              </a:rPr>
              <a:t>Guided By</a:t>
            </a:r>
            <a:r>
              <a:rPr lang="en-IN" sz="1800" b="1" dirty="0"/>
              <a:t>:</a:t>
            </a:r>
          </a:p>
          <a:p>
            <a:r>
              <a:rPr lang="en-IN" sz="1800" dirty="0"/>
              <a:t>Dr. K Rajagopal</a:t>
            </a:r>
          </a:p>
        </p:txBody>
      </p:sp>
    </p:spTree>
    <p:extLst>
      <p:ext uri="{BB962C8B-B14F-4D97-AF65-F5344CB8AC3E}">
        <p14:creationId xmlns:p14="http://schemas.microsoft.com/office/powerpoint/2010/main" val="415441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08CD92-798A-79B8-1140-22C2EB9BD648}"/>
              </a:ext>
            </a:extLst>
          </p:cNvPr>
          <p:cNvSpPr txBox="1"/>
          <p:nvPr/>
        </p:nvSpPr>
        <p:spPr>
          <a:xfrm>
            <a:off x="2691019" y="759552"/>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B300AB90-900A-ECDB-448E-8C503C1B5B51}"/>
              </a:ext>
            </a:extLst>
          </p:cNvPr>
          <p:cNvSpPr txBox="1"/>
          <p:nvPr/>
        </p:nvSpPr>
        <p:spPr>
          <a:xfrm>
            <a:off x="2492237" y="2386114"/>
            <a:ext cx="7715250" cy="2535566"/>
          </a:xfrm>
          <a:prstGeom prst="rect">
            <a:avLst/>
          </a:prstGeom>
          <a:noFill/>
        </p:spPr>
        <p:txBody>
          <a:bodyPr wrap="square">
            <a:spAutoFit/>
          </a:bodyPr>
          <a:lstStyle/>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E-Commerce Shopping Website is an online platform that allows customers to browse, search, and purchase products.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 provides a convenient shopping experience from anywhere and at any time.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system manages products, users, orders, and payments efficiently.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Administrators can monitor sales, inventory, and customer activities. </a:t>
            </a:r>
          </a:p>
          <a:p>
            <a:pPr marL="342900" lvl="0" indent="-34290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website ensures secure transactions and user-friendly navigation.</a:t>
            </a:r>
          </a:p>
        </p:txBody>
      </p:sp>
      <p:pic>
        <p:nvPicPr>
          <p:cNvPr id="7" name="Picture 6">
            <a:extLst>
              <a:ext uri="{FF2B5EF4-FFF2-40B4-BE49-F238E27FC236}">
                <a16:creationId xmlns:a16="http://schemas.microsoft.com/office/drawing/2014/main" id="{3A7737B8-9B20-C091-92DE-8557F15EF2F2}"/>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9" name="Picture 8">
            <a:extLst>
              <a:ext uri="{FF2B5EF4-FFF2-40B4-BE49-F238E27FC236}">
                <a16:creationId xmlns:a16="http://schemas.microsoft.com/office/drawing/2014/main" id="{57D141DD-3E18-3679-ED4F-A2EA2ADE36B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Tree>
    <p:extLst>
      <p:ext uri="{BB962C8B-B14F-4D97-AF65-F5344CB8AC3E}">
        <p14:creationId xmlns:p14="http://schemas.microsoft.com/office/powerpoint/2010/main" val="658278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3D618F-DE5C-2964-B815-E982EC23F3C9}"/>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6672A917-9A8C-F4EE-FA80-04950DA1C5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C6190CEB-A78D-37B0-E1E9-1E086EE88BD7}"/>
              </a:ext>
            </a:extLst>
          </p:cNvPr>
          <p:cNvSpPr txBox="1"/>
          <p:nvPr/>
        </p:nvSpPr>
        <p:spPr>
          <a:xfrm>
            <a:off x="2402784" y="2851957"/>
            <a:ext cx="7973668" cy="1754326"/>
          </a:xfrm>
          <a:prstGeom prst="rect">
            <a:avLst/>
          </a:prstGeom>
          <a:noFill/>
        </p:spPr>
        <p:txBody>
          <a:bodyPr wrap="square">
            <a:spAutoFit/>
          </a:bodyPr>
          <a:lstStyle/>
          <a:p>
            <a:pPr algn="just">
              <a:buNone/>
            </a:pPr>
            <a:r>
              <a:rPr lang="en-IN" dirty="0">
                <a:latin typeface="Times New Roman" panose="02020603050405020304" pitchFamily="18" charset="0"/>
                <a:cs typeface="Times New Roman" panose="02020603050405020304" pitchFamily="18" charset="0"/>
              </a:rPr>
              <a:t>The E-Commerce Shopping Website provides a secure and user-friendly platform for online purchasing. Customers can browse products, add items to a cart, place orders, and make online payments conveniently. The system helps businesses manage products, inventory, and customer orders efficiently. It also includes an admin dashboard for monitoring sales and generating reports. This project improves shopping convenience, business operations, and overall customer satisfaction.</a:t>
            </a:r>
          </a:p>
        </p:txBody>
      </p:sp>
      <p:sp>
        <p:nvSpPr>
          <p:cNvPr id="9" name="TextBox 8">
            <a:extLst>
              <a:ext uri="{FF2B5EF4-FFF2-40B4-BE49-F238E27FC236}">
                <a16:creationId xmlns:a16="http://schemas.microsoft.com/office/drawing/2014/main" id="{0D3B4901-674A-203C-4B84-08190315C009}"/>
              </a:ext>
            </a:extLst>
          </p:cNvPr>
          <p:cNvSpPr txBox="1"/>
          <p:nvPr/>
        </p:nvSpPr>
        <p:spPr>
          <a:xfrm>
            <a:off x="2551872" y="1198407"/>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2361861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B875F5-BC47-5CB2-0CF4-609B0233A1C6}"/>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59B379B4-7410-B5C1-5244-51CB9D8C6BD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1D507D84-D058-5135-DDF4-3DB688BB5527}"/>
              </a:ext>
            </a:extLst>
          </p:cNvPr>
          <p:cNvSpPr txBox="1"/>
          <p:nvPr/>
        </p:nvSpPr>
        <p:spPr>
          <a:xfrm>
            <a:off x="2313332" y="1286325"/>
            <a:ext cx="790409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Motivation and Need for the Project</a:t>
            </a:r>
          </a:p>
        </p:txBody>
      </p:sp>
      <p:sp>
        <p:nvSpPr>
          <p:cNvPr id="9" name="TextBox 8">
            <a:extLst>
              <a:ext uri="{FF2B5EF4-FFF2-40B4-BE49-F238E27FC236}">
                <a16:creationId xmlns:a16="http://schemas.microsoft.com/office/drawing/2014/main" id="{B88A91DA-8332-CCAD-DEBE-61CBFFC3190B}"/>
              </a:ext>
            </a:extLst>
          </p:cNvPr>
          <p:cNvSpPr txBox="1"/>
          <p:nvPr/>
        </p:nvSpPr>
        <p:spPr>
          <a:xfrm>
            <a:off x="1846193" y="2205112"/>
            <a:ext cx="7904094" cy="3366563"/>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provide customers with a convenient way to shop online anytime and from anywhere.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reduce the time and effort required for purchasing products from physical stores.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help businesses efficiently manage products, orders, payments, and customer information.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improve customer satisfaction through secure transactions, easy navigation, and faster order processing.</a:t>
            </a:r>
          </a:p>
        </p:txBody>
      </p:sp>
    </p:spTree>
    <p:extLst>
      <p:ext uri="{BB962C8B-B14F-4D97-AF65-F5344CB8AC3E}">
        <p14:creationId xmlns:p14="http://schemas.microsoft.com/office/powerpoint/2010/main" val="2523216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04A015-B8AA-897A-EC98-20AB9FF15186}"/>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52FA96DB-97F8-3037-3BC1-240C776F177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8CF3991-0CA1-5F1B-8CE1-3B5AF190DDDD}"/>
              </a:ext>
            </a:extLst>
          </p:cNvPr>
          <p:cNvSpPr txBox="1"/>
          <p:nvPr/>
        </p:nvSpPr>
        <p:spPr>
          <a:xfrm>
            <a:off x="2452480" y="906020"/>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Objectives</a:t>
            </a:r>
          </a:p>
        </p:txBody>
      </p:sp>
      <p:sp>
        <p:nvSpPr>
          <p:cNvPr id="9" name="TextBox 8">
            <a:extLst>
              <a:ext uri="{FF2B5EF4-FFF2-40B4-BE49-F238E27FC236}">
                <a16:creationId xmlns:a16="http://schemas.microsoft.com/office/drawing/2014/main" id="{7033DCD5-58D3-A44E-3C35-546CD9892A3B}"/>
              </a:ext>
            </a:extLst>
          </p:cNvPr>
          <p:cNvSpPr txBox="1"/>
          <p:nvPr/>
        </p:nvSpPr>
        <p:spPr>
          <a:xfrm>
            <a:off x="2452480" y="2522019"/>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responsive online shopping platform.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 secure user registration and authentication.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 products and categories efficiently.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seamless cart and checkout functionality.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reports and analytics for business management. </a:t>
            </a:r>
          </a:p>
        </p:txBody>
      </p:sp>
    </p:spTree>
    <p:extLst>
      <p:ext uri="{BB962C8B-B14F-4D97-AF65-F5344CB8AC3E}">
        <p14:creationId xmlns:p14="http://schemas.microsoft.com/office/powerpoint/2010/main" val="332321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F32DC7-EC7D-9F3C-6D5E-5E267A8BA756}"/>
              </a:ext>
            </a:extLst>
          </p:cNvPr>
          <p:cNvSpPr txBox="1"/>
          <p:nvPr/>
        </p:nvSpPr>
        <p:spPr>
          <a:xfrm>
            <a:off x="2283515" y="870490"/>
            <a:ext cx="8043241"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Proposed System and Novel Features</a:t>
            </a:r>
          </a:p>
        </p:txBody>
      </p:sp>
      <p:pic>
        <p:nvPicPr>
          <p:cNvPr id="5" name="Picture 4">
            <a:extLst>
              <a:ext uri="{FF2B5EF4-FFF2-40B4-BE49-F238E27FC236}">
                <a16:creationId xmlns:a16="http://schemas.microsoft.com/office/drawing/2014/main" id="{B410D41F-AEC6-1B19-DE26-0FFA8BAE7B8F}"/>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7" name="Picture 6">
            <a:extLst>
              <a:ext uri="{FF2B5EF4-FFF2-40B4-BE49-F238E27FC236}">
                <a16:creationId xmlns:a16="http://schemas.microsoft.com/office/drawing/2014/main" id="{E35BCFEB-9D4D-B5F9-385B-2BBC3A38B5D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9" name="TextBox 8">
            <a:extLst>
              <a:ext uri="{FF2B5EF4-FFF2-40B4-BE49-F238E27FC236}">
                <a16:creationId xmlns:a16="http://schemas.microsoft.com/office/drawing/2014/main" id="{78BCE6E6-2B6F-C1AA-929F-B8AAEE882F56}"/>
              </a:ext>
            </a:extLst>
          </p:cNvPr>
          <p:cNvSpPr txBox="1"/>
          <p:nvPr/>
        </p:nvSpPr>
        <p:spPr>
          <a:xfrm>
            <a:off x="2084731" y="2207857"/>
            <a:ext cx="8440807" cy="3366563"/>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web-based E-Commerce Shopping Website that allows users to browse, search, and purchase products online.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secure user registration, login, shopping cart, and online payment facilities.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 a personalized product recommendation feature based on user preferences and purchase history.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Offer real-time inventory updates and order tracking for better user experience.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an admin dashboard with sales analytics, inventory monitoring, and report generation for effective business management. </a:t>
            </a:r>
          </a:p>
        </p:txBody>
      </p:sp>
    </p:spTree>
    <p:extLst>
      <p:ext uri="{BB962C8B-B14F-4D97-AF65-F5344CB8AC3E}">
        <p14:creationId xmlns:p14="http://schemas.microsoft.com/office/powerpoint/2010/main" val="1272973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4C7759-3E45-5483-4EE9-338EF1E58E04}"/>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B918690B-34E1-98DD-8350-DD6834DF4FD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9F820E3A-06C9-0B3D-894D-E9C25F654C24}"/>
              </a:ext>
            </a:extLst>
          </p:cNvPr>
          <p:cNvSpPr txBox="1"/>
          <p:nvPr/>
        </p:nvSpPr>
        <p:spPr>
          <a:xfrm>
            <a:off x="2233819" y="1162878"/>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1: User Management</a:t>
            </a:r>
          </a:p>
        </p:txBody>
      </p:sp>
      <p:sp>
        <p:nvSpPr>
          <p:cNvPr id="9" name="TextBox 8">
            <a:extLst>
              <a:ext uri="{FF2B5EF4-FFF2-40B4-BE49-F238E27FC236}">
                <a16:creationId xmlns:a16="http://schemas.microsoft.com/office/drawing/2014/main" id="{B13B72B7-BCB8-4B95-15D9-D9321508920D}"/>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New users can create an account.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users can log in securely.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update their profile information.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change or reset their passwords.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stores user details safely.</a:t>
            </a:r>
          </a:p>
        </p:txBody>
      </p:sp>
    </p:spTree>
    <p:extLst>
      <p:ext uri="{BB962C8B-B14F-4D97-AF65-F5344CB8AC3E}">
        <p14:creationId xmlns:p14="http://schemas.microsoft.com/office/powerpoint/2010/main" val="399747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6D53DB-EDD6-AAD8-9C69-E090CBCFC203}"/>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8ABD03C3-A760-93F4-5987-6F72F75FA6F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6723BCEC-D1DF-AD2C-2370-EDCBC442E982}"/>
              </a:ext>
            </a:extLst>
          </p:cNvPr>
          <p:cNvSpPr txBox="1"/>
          <p:nvPr/>
        </p:nvSpPr>
        <p:spPr>
          <a:xfrm>
            <a:off x="2641324" y="1017969"/>
            <a:ext cx="6097656" cy="584775"/>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Module 2: Product Management</a:t>
            </a:r>
          </a:p>
        </p:txBody>
      </p:sp>
      <p:sp>
        <p:nvSpPr>
          <p:cNvPr id="9" name="TextBox 8">
            <a:extLst>
              <a:ext uri="{FF2B5EF4-FFF2-40B4-BE49-F238E27FC236}">
                <a16:creationId xmlns:a16="http://schemas.microsoft.com/office/drawing/2014/main" id="{0B0FEFEA-1533-6EB5-7B98-A10B4721704E}"/>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add new products to the website.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edit product details and prices.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remove unavailable products.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Products are organized into categories.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Stock availability is updated automatically.</a:t>
            </a:r>
          </a:p>
        </p:txBody>
      </p:sp>
    </p:spTree>
    <p:extLst>
      <p:ext uri="{BB962C8B-B14F-4D97-AF65-F5344CB8AC3E}">
        <p14:creationId xmlns:p14="http://schemas.microsoft.com/office/powerpoint/2010/main" val="2767572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A31075-2964-5D14-7F90-E9826DBFA9EF}"/>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63DEF50E-F9F9-E6EE-8619-D2D258C56E9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BA4C58B-C43E-E418-D065-2721FBAFEB7B}"/>
              </a:ext>
            </a:extLst>
          </p:cNvPr>
          <p:cNvSpPr txBox="1"/>
          <p:nvPr/>
        </p:nvSpPr>
        <p:spPr>
          <a:xfrm>
            <a:off x="2681080" y="1198407"/>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3: Shopping Cart</a:t>
            </a:r>
          </a:p>
        </p:txBody>
      </p:sp>
      <p:sp>
        <p:nvSpPr>
          <p:cNvPr id="9" name="TextBox 8">
            <a:extLst>
              <a:ext uri="{FF2B5EF4-FFF2-40B4-BE49-F238E27FC236}">
                <a16:creationId xmlns:a16="http://schemas.microsoft.com/office/drawing/2014/main" id="{DB14F5C5-1EC2-ED03-CD77-67055C40D4B4}"/>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add products to their cart.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change the quantity of items.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remove products from the cart.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cart shows the total amount to be paid.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Cart items are saved until checkout.</a:t>
            </a:r>
          </a:p>
        </p:txBody>
      </p:sp>
    </p:spTree>
    <p:extLst>
      <p:ext uri="{BB962C8B-B14F-4D97-AF65-F5344CB8AC3E}">
        <p14:creationId xmlns:p14="http://schemas.microsoft.com/office/powerpoint/2010/main" val="86471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BCB32-55B3-7580-4935-7144DC24E8F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02C4E023-6EEF-CB3B-EFE5-AE4E88B9CF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F83E55AC-1E25-4FAC-CEE9-2093203E8195}"/>
              </a:ext>
            </a:extLst>
          </p:cNvPr>
          <p:cNvSpPr txBox="1"/>
          <p:nvPr/>
        </p:nvSpPr>
        <p:spPr>
          <a:xfrm>
            <a:off x="2035035" y="1198407"/>
            <a:ext cx="8261903"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4: Order &amp; Payment Management</a:t>
            </a:r>
          </a:p>
        </p:txBody>
      </p:sp>
      <p:sp>
        <p:nvSpPr>
          <p:cNvPr id="9" name="TextBox 8">
            <a:extLst>
              <a:ext uri="{FF2B5EF4-FFF2-40B4-BE49-F238E27FC236}">
                <a16:creationId xmlns:a16="http://schemas.microsoft.com/office/drawing/2014/main" id="{088689A1-D41F-736F-6EC2-E160D6652C7E}"/>
              </a:ext>
            </a:extLst>
          </p:cNvPr>
          <p:cNvSpPr txBox="1"/>
          <p:nvPr/>
        </p:nvSpPr>
        <p:spPr>
          <a:xfrm>
            <a:off x="3048828" y="2690336"/>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place orders for selected products.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make payments through online methods.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generates order confirmations.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can track their order status.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Order history is stored for future reference.</a:t>
            </a:r>
          </a:p>
        </p:txBody>
      </p:sp>
    </p:spTree>
    <p:extLst>
      <p:ext uri="{BB962C8B-B14F-4D97-AF65-F5344CB8AC3E}">
        <p14:creationId xmlns:p14="http://schemas.microsoft.com/office/powerpoint/2010/main" val="321534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1D55BD-2C68-28F7-44A6-6270629FE29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115F400F-404A-A895-ED4D-FFB8E8275D3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5802C6A7-A0EA-5C1D-452B-60E0D1D5DE9E}"/>
              </a:ext>
            </a:extLst>
          </p:cNvPr>
          <p:cNvSpPr txBox="1"/>
          <p:nvPr/>
        </p:nvSpPr>
        <p:spPr>
          <a:xfrm>
            <a:off x="2144367" y="1087542"/>
            <a:ext cx="7397198"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Module 5: Admin Dashboard &amp; Reports</a:t>
            </a:r>
          </a:p>
        </p:txBody>
      </p:sp>
      <p:sp>
        <p:nvSpPr>
          <p:cNvPr id="9" name="TextBox 8">
            <a:extLst>
              <a:ext uri="{FF2B5EF4-FFF2-40B4-BE49-F238E27FC236}">
                <a16:creationId xmlns:a16="http://schemas.microsoft.com/office/drawing/2014/main" id="{CDC0D691-96CF-CE9F-6D42-5F06BF539C20}"/>
              </a:ext>
            </a:extLst>
          </p:cNvPr>
          <p:cNvSpPr txBox="1"/>
          <p:nvPr/>
        </p:nvSpPr>
        <p:spPr>
          <a:xfrm>
            <a:off x="3048828" y="2413338"/>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view all users and orders.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monitor product sales.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can check inventory levels.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Sales reports are generated automatically.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Revenue and business performance can be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076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33A0C2-BC17-63D1-7D6E-3BA2442EFB9A}"/>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31785E8A-7E45-E204-F208-5E70C5B9A51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7" name="TextBox 6">
            <a:extLst>
              <a:ext uri="{FF2B5EF4-FFF2-40B4-BE49-F238E27FC236}">
                <a16:creationId xmlns:a16="http://schemas.microsoft.com/office/drawing/2014/main" id="{8E8C1159-F706-4C54-1DA5-375F6801CC69}"/>
              </a:ext>
            </a:extLst>
          </p:cNvPr>
          <p:cNvSpPr txBox="1"/>
          <p:nvPr/>
        </p:nvSpPr>
        <p:spPr>
          <a:xfrm>
            <a:off x="2944468" y="1057725"/>
            <a:ext cx="609765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9" name="TextBox 8">
            <a:extLst>
              <a:ext uri="{FF2B5EF4-FFF2-40B4-BE49-F238E27FC236}">
                <a16:creationId xmlns:a16="http://schemas.microsoft.com/office/drawing/2014/main" id="{54D48816-4DBF-BDB2-2F5A-46B4CCDB8D65}"/>
              </a:ext>
            </a:extLst>
          </p:cNvPr>
          <p:cNvSpPr txBox="1"/>
          <p:nvPr/>
        </p:nvSpPr>
        <p:spPr>
          <a:xfrm>
            <a:off x="1955524" y="2722099"/>
            <a:ext cx="9275694" cy="170456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E-Commerce Shopping Website provides a complete online shopping solution.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simplifies product management, order processing, and customer interactions.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enhances user experience and business efficiency.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can be further expanded with advanced technologies and intelligent features. </a:t>
            </a:r>
          </a:p>
        </p:txBody>
      </p:sp>
    </p:spTree>
    <p:extLst>
      <p:ext uri="{BB962C8B-B14F-4D97-AF65-F5344CB8AC3E}">
        <p14:creationId xmlns:p14="http://schemas.microsoft.com/office/powerpoint/2010/main" val="2252931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67107A-C27E-4B92-3606-29C244819311}"/>
              </a:ext>
            </a:extLst>
          </p:cNvPr>
          <p:cNvPicPr>
            <a:picLocks noChangeAspect="1"/>
          </p:cNvPicPr>
          <p:nvPr/>
        </p:nvPicPr>
        <p:blipFill>
          <a:blip r:embed="rId2"/>
          <a:stretch>
            <a:fillRect/>
          </a:stretch>
        </p:blipFill>
        <p:spPr>
          <a:xfrm>
            <a:off x="114156" y="36211"/>
            <a:ext cx="1227627" cy="1454584"/>
          </a:xfrm>
          <a:prstGeom prst="rect">
            <a:avLst/>
          </a:prstGeom>
        </p:spPr>
      </p:pic>
      <p:pic>
        <p:nvPicPr>
          <p:cNvPr id="5" name="Picture 4">
            <a:extLst>
              <a:ext uri="{FF2B5EF4-FFF2-40B4-BE49-F238E27FC236}">
                <a16:creationId xmlns:a16="http://schemas.microsoft.com/office/drawing/2014/main" id="{74BB77A0-D902-5FD1-D179-3F63D355EC9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809" y="48284"/>
            <a:ext cx="1547191" cy="1114594"/>
          </a:xfrm>
          <a:prstGeom prst="rect">
            <a:avLst/>
          </a:prstGeom>
          <a:noFill/>
          <a:ln>
            <a:noFill/>
          </a:ln>
        </p:spPr>
      </p:pic>
      <p:sp>
        <p:nvSpPr>
          <p:cNvPr id="6" name="TextBox 5">
            <a:extLst>
              <a:ext uri="{FF2B5EF4-FFF2-40B4-BE49-F238E27FC236}">
                <a16:creationId xmlns:a16="http://schemas.microsoft.com/office/drawing/2014/main" id="{BA60531F-FBE2-7EBA-BD2E-4E02F95ED370}"/>
              </a:ext>
            </a:extLst>
          </p:cNvPr>
          <p:cNvSpPr txBox="1"/>
          <p:nvPr/>
        </p:nvSpPr>
        <p:spPr>
          <a:xfrm>
            <a:off x="3750365" y="2564296"/>
            <a:ext cx="4532844" cy="1569660"/>
          </a:xfrm>
          <a:prstGeom prst="rect">
            <a:avLst/>
          </a:prstGeom>
          <a:noFill/>
        </p:spPr>
        <p:txBody>
          <a:bodyPr wrap="none" rtlCol="0">
            <a:spAutoFit/>
          </a:bodyPr>
          <a:lstStyle/>
          <a:p>
            <a:r>
              <a:rPr lang="en-IN" sz="9600" dirty="0">
                <a:latin typeface="Brush Script MT" panose="03060802040406070304" pitchFamily="66" charset="0"/>
              </a:rPr>
              <a:t>Thank You</a:t>
            </a:r>
          </a:p>
        </p:txBody>
      </p:sp>
    </p:spTree>
    <p:extLst>
      <p:ext uri="{BB962C8B-B14F-4D97-AF65-F5344CB8AC3E}">
        <p14:creationId xmlns:p14="http://schemas.microsoft.com/office/powerpoint/2010/main" val="422567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628</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Brush Script MT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Jignesh Chanda</dc:creator>
  <cp:lastModifiedBy>Jignesh Chanda</cp:lastModifiedBy>
  <cp:revision>1</cp:revision>
  <dcterms:created xsi:type="dcterms:W3CDTF">2026-08-03T02:36:55Z</dcterms:created>
  <dcterms:modified xsi:type="dcterms:W3CDTF">2026-08-03T03:06:27Z</dcterms:modified>
</cp:coreProperties>
</file>